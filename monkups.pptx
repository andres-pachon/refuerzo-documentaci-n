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8BCFBA18-91BA-4DCD-9EA0-FE8164B9EFD1}">
          <p14:sldIdLst>
            <p14:sldId id="256"/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D09FA-6B5C-A0C8-9886-342866BD5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DC9534-AE58-7B17-755F-1155B16C6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A22D5D-555D-1599-3C45-5731977A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19C25A-AF30-BAB3-ECF2-9E11C332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5F6A56-4EEF-DF31-DD1F-2ACFB6C0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37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868AC-C3BA-DB22-2A21-14A7DBBB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2294B9-5907-1013-F8C8-B01D0488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40E872-8874-3F2C-0658-74C77F25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75E1C-D310-70EB-BA27-A0FFE9A5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EFB99-5E15-2441-DDB3-A23523F6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395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35506-41F0-1C62-B50A-34173621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52E0E0-5871-333D-98A6-2B0F3EF02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744C44-D1B0-9A8D-512A-C58AEE3E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E567D6-B59B-C8E5-9322-7BE9C97C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76CF81-316F-F3E3-437D-F7ED6CA4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483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C4634-8EF2-9D0C-E4F9-2B86EF5B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84324B-7C08-7AF4-C97A-81F1521EE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4A362D-FD74-F86A-3F13-D0C79D097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D0C10C-C6A0-F5DE-839D-2839359D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EAA08B-8B8C-D7C9-6B5F-DF9246CE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503378-F603-C76E-5F79-3F0059BA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969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CBE5C-1C2E-69D1-6BE8-A60164FE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A02AC8-72C4-2F07-109A-731799695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C9BFBD-18BF-EBD7-50DA-A43FD7503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7BF4CA-F8DF-D65A-1555-B9C6E8AFE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67427B-31BB-5C07-A761-7F663678D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064134-1D48-DBF4-5786-67803F51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155D36-7211-47BA-A60D-D3014D89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ACDF43-EB00-5C76-B61B-9889C21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86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1B344-5861-6C8C-9F19-8877035E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BBCC16-B868-8A48-A8DD-67A9895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BBED30-DA3C-EDBB-FB30-F0610E9F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836689-8302-4765-81A5-FF79CCE9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113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08002B-BC05-090C-AF7C-37371161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77EED4-4D68-750A-20AC-5340A878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33F749-EAB7-E11E-8390-E4CBA0E5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15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C84D9-D9A2-EB68-9527-0CA69B2F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B811AD-1B2F-F2B2-9C0F-217015FE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89596B-CC3B-8D93-E96C-F096E0218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7FAD01-BB6C-9619-3FC7-B7E07C1C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CA0CD8-6CF3-C55D-3BE4-BE202A5B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96416D-6FCD-DCDE-32E6-ADA0A38D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852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03D97-3513-71BD-DDB9-9F68A4BB0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BC6BE9-4878-5C19-397E-CB4C226F0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950B96-EE7C-D5E1-8E80-563CA8C2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2D619B-B49C-D947-3BA2-24AE1D0F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E6D43F-186F-DDB5-A4B6-6F5412A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4C8B1C-4038-7579-8AD5-FA052BA0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374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FFEA4-6EE4-5C20-2DE1-2B2AA88E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65D9C3-5593-383E-0866-72B2FD107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5640A9-539A-C921-3A71-51DB82E6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1A6B05-DA3C-FADD-0142-7E82A9D6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65819C-D7F2-2477-D8CC-AE54A68D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782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F6D853-7329-2E09-809B-4E8A521D3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685332-0258-265D-1671-3402437D4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41DAC-77BC-DD39-C315-18AE825D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0B7F84-7025-ED52-7CB7-E9EF4BE1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219F96-CA6E-0DDA-ACD9-D90C83EF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25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13741AD-4131-47AF-5906-54FBE69E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7348F3-B885-695A-9ED4-6A28F356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E9363-EF9D-5B58-3F69-52F6E1A17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36C65-A90F-4164-BDE7-B18366EF7858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D7A413-6414-47C7-A414-6A7919139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0F347E-CCDF-B540-C023-74A57362F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7C018-9096-4013-8E54-C13FD99AA6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940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0EBC44-8A32-6DE7-4187-0584FAF6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6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BD5B47-E298-CFE2-BBF6-31B8F0A1B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1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E39ECA-EE96-80A6-5827-0921185C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680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Aprendiz</dc:creator>
  <cp:lastModifiedBy>Aprendiz</cp:lastModifiedBy>
  <cp:revision>1</cp:revision>
  <dcterms:created xsi:type="dcterms:W3CDTF">2026-04-22T22:20:01Z</dcterms:created>
  <dcterms:modified xsi:type="dcterms:W3CDTF">2026-04-22T22:22:13Z</dcterms:modified>
</cp:coreProperties>
</file>